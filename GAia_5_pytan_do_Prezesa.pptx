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yzje" id="{187a47f5-4b4c-c800-05aa-0d8549ca5d6c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Panie Prezesie, jedna minuta. GAia ma podpisane porozumienia z dwoma ministerstwami, rozmawiamy z Empikiem, PZU i OLX, jest w strategii nawozowej. Żeby iść dalej, potrzebujemy pięciu decyzji. Pierwsza, pilna, przed jutrzejszym spotkaniem w ARiMR: na jaki zakres współpracy przy Portalu Rolnika się zgadzamy, bo od tego zależy dostęp do bazy rolników. Druga: czy z Empikiem zapadły ustalenia poza spotkaniami. Trzecia: czy z PZU rozmawiamy też o finansowaniu i inwestycjach dla rolników. Czwarta: czy rozważamy przejęcie AgriSolutions, dostawcy Farmstera. Piąta: czy GAia wchodzi do pozostałych strategii Grupy.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yzj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accent2"/>
                </a:solidFill>
              </a:rPr>
              <a:t>PROJEKT GAia  ·  SPOTKANIE Z PREZESEM ZARZĄDU  ·  12.10.2026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Pięć decyzji, które otwierają kolejny etap GAia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</a:rPr>
              <a:t>GDZIE JESTEŚMY</a:t>
            </a:r>
            <a:endParaRPr lang="en-US" sz="900" dirty="0"/>
          </a:p>
        </p:txBody>
      </p:sp>
      <p:sp>
        <p:nvSpPr>
          <p:cNvPr id="5" name="Linia lewa"/>
          <p:cNvSpPr/>
          <p:nvPr/>
        </p:nvSpPr>
        <p:spPr>
          <a:xfrm>
            <a:off x="457200" y="1609344"/>
            <a:ext cx="2514600" cy="0"/>
          </a:xfrm>
          <a:prstGeom prst="line">
            <a:avLst/>
          </a:prstGeom>
          <a:noFill/>
          <a:ln w="9525">
            <a:solidFill>
              <a:srgbClr val="D5DB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810512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porozumienia ministerialne podpisane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Cyfryzacja, Rolnictwo i ARiMR</a:t>
            </a:r>
            <a:endParaRPr lang="en-US" sz="1200" dirty="0"/>
          </a:p>
        </p:txBody>
      </p:sp>
      <p:sp>
        <p:nvSpPr>
          <p:cNvPr id="8" name="Linia stat 1"/>
          <p:cNvSpPr/>
          <p:nvPr/>
        </p:nvSpPr>
        <p:spPr>
          <a:xfrm>
            <a:off x="457200" y="2633472"/>
            <a:ext cx="2514600" cy="0"/>
          </a:xfrm>
          <a:prstGeom prst="line">
            <a:avLst/>
          </a:prstGeom>
          <a:noFill/>
          <a:ln w="9525">
            <a:solidFill>
              <a:srgbClr val="D5D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7249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798064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partnerów komercyjnych w rozmowach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Empik, PZU, OLX</a:t>
            </a:r>
            <a:endParaRPr lang="en-US" sz="1200" dirty="0"/>
          </a:p>
        </p:txBody>
      </p:sp>
      <p:sp>
        <p:nvSpPr>
          <p:cNvPr id="11" name="Linia stat 2"/>
          <p:cNvSpPr/>
          <p:nvPr/>
        </p:nvSpPr>
        <p:spPr>
          <a:xfrm>
            <a:off x="457200" y="3621024"/>
            <a:ext cx="2514600" cy="0"/>
          </a:xfrm>
          <a:prstGeom prst="line">
            <a:avLst/>
          </a:prstGeom>
          <a:noFill/>
          <a:ln w="9525">
            <a:solidFill>
              <a:srgbClr val="D5DB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7124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785616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strategia Grupy obejmuje GAię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Strategia nawozowa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37160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</a:rPr>
              <a:t>DECYZJE, O KTÓRE PROSIMY</a:t>
            </a:r>
            <a:endParaRPr lang="en-US" sz="900" dirty="0"/>
          </a:p>
        </p:txBody>
      </p:sp>
      <p:sp>
        <p:nvSpPr>
          <p:cNvPr id="15" name="Linia prawa"/>
          <p:cNvSpPr/>
          <p:nvPr/>
        </p:nvSpPr>
        <p:spPr>
          <a:xfrm>
            <a:off x="3429000" y="1609344"/>
            <a:ext cx="5257800" cy="0"/>
          </a:xfrm>
          <a:prstGeom prst="line">
            <a:avLst/>
          </a:prstGeom>
          <a:noFill/>
          <a:ln w="9525">
            <a:solidFill>
              <a:srgbClr val="D5DB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17190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1700784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chemeClr val="tx2"/>
                </a:solidFill>
              </a:rPr>
              <a:t>ARiMR</a:t>
            </a:r>
            <a:pPr indent="0" marL="0">
              <a:buNone/>
            </a:pPr>
            <a:r>
              <a:rPr lang="en-US" sz="850" b="1" spc="120" kern="0" dirty="0">
                <a:solidFill>
                  <a:schemeClr val="accent3"/>
                </a:solidFill>
              </a:rPr>
              <a:t>   ·   PRZED SPOTKANIEM 13.10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18653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Jaki zakres współpracy przy Portalu Rolnika akceptujemy?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Od tego zależy dostęp GAia do bazy danych rolników.</a:t>
            </a:r>
            <a:endParaRPr lang="en-US" sz="1250" dirty="0"/>
          </a:p>
        </p:txBody>
      </p:sp>
      <p:sp>
        <p:nvSpPr>
          <p:cNvPr id="19" name="Linia decyzja 1"/>
          <p:cNvSpPr/>
          <p:nvPr/>
        </p:nvSpPr>
        <p:spPr>
          <a:xfrm>
            <a:off x="3429000" y="2272284"/>
            <a:ext cx="5257800" cy="0"/>
          </a:xfrm>
          <a:prstGeom prst="line">
            <a:avLst/>
          </a:prstGeom>
          <a:noFill/>
          <a:ln w="9525">
            <a:solidFill>
              <a:srgbClr val="D5DB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23271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308860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chemeClr val="tx2"/>
                </a:solidFill>
              </a:rPr>
              <a:t>EMPIK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24734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Jakie są ustalenia z Empikiem poza spotkaniami?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Partner deklaruje wstępne zainteresowanie i buduje zespół.</a:t>
            </a:r>
            <a:endParaRPr lang="en-US" sz="1250" dirty="0"/>
          </a:p>
        </p:txBody>
      </p:sp>
      <p:sp>
        <p:nvSpPr>
          <p:cNvPr id="23" name="Linia decyzja 2"/>
          <p:cNvSpPr/>
          <p:nvPr/>
        </p:nvSpPr>
        <p:spPr>
          <a:xfrm>
            <a:off x="3429000" y="2880360"/>
            <a:ext cx="5257800" cy="0"/>
          </a:xfrm>
          <a:prstGeom prst="line">
            <a:avLst/>
          </a:prstGeom>
          <a:noFill/>
          <a:ln w="9525">
            <a:solidFill>
              <a:srgbClr val="D5DB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93522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3931920" y="2916936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chemeClr val="tx2"/>
                </a:solidFill>
              </a:rPr>
              <a:t>PZU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815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Czy rozszerzamy współpracę o finansowanie i inwestycje?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Dziś: ubezpieczenia dla rolników jako moduł w GAia.</a:t>
            </a:r>
            <a:endParaRPr lang="en-US" sz="1250" dirty="0"/>
          </a:p>
        </p:txBody>
      </p:sp>
      <p:sp>
        <p:nvSpPr>
          <p:cNvPr id="27" name="Linia decyzja 3"/>
          <p:cNvSpPr/>
          <p:nvPr/>
        </p:nvSpPr>
        <p:spPr>
          <a:xfrm>
            <a:off x="3429000" y="3488436"/>
            <a:ext cx="5257800" cy="0"/>
          </a:xfrm>
          <a:prstGeom prst="line">
            <a:avLst/>
          </a:prstGeom>
          <a:noFill/>
          <a:ln w="9525">
            <a:solidFill>
              <a:srgbClr val="D5DB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29000" y="35433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352501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chemeClr val="tx2"/>
                </a:solidFill>
              </a:rPr>
              <a:t>FARMSTER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931920" y="36896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Czy rozważamy przejęcie AgriSolutions, dostawcy Farmstera?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Trwa analiza umowy, następnie audyt kodu źródłowego.</a:t>
            </a:r>
            <a:endParaRPr lang="en-US" sz="1250" dirty="0"/>
          </a:p>
        </p:txBody>
      </p:sp>
      <p:sp>
        <p:nvSpPr>
          <p:cNvPr id="31" name="Linia decyzja 4"/>
          <p:cNvSpPr/>
          <p:nvPr/>
        </p:nvSpPr>
        <p:spPr>
          <a:xfrm>
            <a:off x="3429000" y="4096512"/>
            <a:ext cx="5257800" cy="0"/>
          </a:xfrm>
          <a:prstGeom prst="line">
            <a:avLst/>
          </a:prstGeom>
          <a:noFill/>
          <a:ln w="9525">
            <a:solidFill>
              <a:srgbClr val="D5DB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29000" y="41513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3931920" y="4133088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chemeClr val="tx2"/>
                </a:solidFill>
              </a:rPr>
              <a:t>STRATEGIA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931920" y="4297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Czy GAia wchodzi do pozostałych strategii Grupy?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Jest już w strategii nawozowej (Wiceprezes P. Szajczyk).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2"/>
                </a:solidFill>
              </a:rPr>
              <a:t>Źródło: status projektu GAia na 5.10.2026. Euro RTV AGD zakończyło rozmowy.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ia Zarzad">
  <a:themeElements>
    <a:clrScheme name="GAia Zarzad">
      <a:dk1>
        <a:srgbClr val="0B2545"/>
      </a:dk1>
      <a:lt1>
        <a:srgbClr val="FFFFFF"/>
      </a:lt1>
      <a:dk2>
        <a:srgbClr val="5A6472"/>
      </a:dk2>
      <a:lt2>
        <a:srgbClr val="F4F6F8"/>
      </a:lt2>
      <a:accent1>
        <a:srgbClr val="0B2545"/>
      </a:accent1>
      <a:accent2>
        <a:srgbClr val="8A9BB0"/>
      </a:accent2>
      <a:accent3>
        <a:srgbClr val="9B1C1C"/>
      </a:accent3>
      <a:accent4>
        <a:srgbClr val="D5DBE2"/>
      </a:accent4>
      <a:accent5>
        <a:srgbClr val="3E7C59"/>
      </a:accent5>
      <a:accent6>
        <a:srgbClr val="C9A227"/>
      </a:accent6>
      <a:hlink>
        <a:srgbClr val="0B2545"/>
      </a:hlink>
      <a:folHlink>
        <a:srgbClr val="5A6472"/>
      </a:folHlink>
    </a:clrScheme>
    <a:fontScheme name="GAia Zarza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GAia – decyzje Zarządu</dc:title>
  <dc:subject>PptxGenJS Presentation</dc:subject>
  <dc:creator>PptxGenJS</dc:creator>
  <cp:lastModifiedBy>PptxGenJS</cp:lastModifiedBy>
  <cp:revision>1</cp:revision>
  <dcterms:created xsi:type="dcterms:W3CDTF">2026-10-09T12:40:23Z</dcterms:created>
  <dcterms:modified xsi:type="dcterms:W3CDTF">2026-10-09T12:40:23Z</dcterms:modified>
</cp:coreProperties>
</file>