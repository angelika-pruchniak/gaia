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tnerzy instytucjonalni" id="{bae46d95-0a17-2147-af34-47db7f62b812}">
          <p14:sldIdLst>
            <p14:sldId id="256"/>
          </p14:sldIdLst>
        </p14:section>
        <p14:section name="Partnerzy komercyjni" id="{2102109b-0f58-0bb0-fee9-97a1810d9501}">
          <p14:sldIdLst>
            <p14:sldId id="257"/>
          </p14:sldIdLst>
        </p14:section>
        <p14:section name="Technologia i strategia" id="{cd9caf34-bc0d-853e-cd9f-3dddc4c7b136}">
          <p14:sldIdLst>
            <p14:sldId id="258"/>
          </p14:sldIdLst>
        </p14:section>
        <p14:section name="Do dyskusji" id="{64f119d8-c52e-149e-f182-4084a34101b5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kcj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chemeClr val="accent3"/>
                </a:solidFill>
              </a:rPr>
              <a:t>STATUS PROJEKTU GAia  ·  STAN NA 5.10.2026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4828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Spotkanie 12.10.2026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Partnerzy instytucjonalni</a:t>
            </a:r>
            <a:endParaRPr lang="en-US" sz="2600" dirty="0"/>
          </a:p>
        </p:txBody>
      </p:sp>
      <p:graphicFrame>
        <p:nvGraphicFramePr>
          <p:cNvPr id="2" name="Tabela status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Podmiot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Etap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Do dyskusji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Ministerstwo Cyfryzacji</a:t>
                      </a:r>
                      <a:endParaRPr lang="en-US" sz="14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Porozumienie podpisane, korespondencja wysłana. Oczekujemy na odpowiedź i powołanie dedykowanego zespołu po stronie Ministerstwa.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Ministerstwo Rolnictwa i ARiMR</a:t>
                      </a:r>
                      <a:endParaRPr lang="en-US" sz="14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Porozumienie podpisane, korespondencja wysłana. Oczekujemy na harmonogram działań i wskazanie zespołu projektowego po stronie partnera.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ARiMR</a:t>
                      </a:r>
                      <a:endParaRPr lang="en-US" sz="14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Spotkanie 13.10 w siedzibie ARiMR w sprawie porozumienia międzyministerialnego i dalszych kroków uzyskania dostępu do bazy danych rolników.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Na co możemy się zgodzić we współpracy z ARiMR przy budowie Portalu Rolnika?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Partnerzy komercyjni</a:t>
            </a:r>
            <a:endParaRPr lang="en-US" sz="2600" dirty="0"/>
          </a:p>
        </p:txBody>
      </p:sp>
      <p:graphicFrame>
        <p:nvGraphicFramePr>
          <p:cNvPr id="3" name="Tabela status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Podmiot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Etap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Do dyskusji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Empik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Spotkania odbyte, jest wstępne zainteresowanie udziałem w projekcie. Partner buduje dedykowany zespół.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Czy zostało coś ustalone poza spotkaniami, o czym powinniśmy wiedzieć? Na jakim poziomie jest aktualnie zainteresowanie?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PZU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Spotkanie z Dyrektorem ds. ubezpieczeń dla rolników. PZU przygotowuje wewnętrznie propozycję oferty ubezpieczeniowej. Najlepszym rozwiązaniem będzie moduł wewnątrz aplikacji, bez przekierowania do partnera.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Czy możemy rozmawiać z PZU o rozszerzeniu wsparcia również o finansowanie i inwestycje?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Euro RTV AGD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 rozmowach partner nie kontynuuje współpracy.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OLX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Spotkanie zaplanowane na 12.10.2026.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Technologia i strategia</a:t>
            </a:r>
            <a:endParaRPr lang="en-US" sz="2600" dirty="0"/>
          </a:p>
        </p:txBody>
      </p:sp>
      <p:graphicFrame>
        <p:nvGraphicFramePr>
          <p:cNvPr id="4" name="Tabela status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Podmiot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Etap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Do dyskusji</a:t>
                      </a:r>
                      <a:endParaRPr lang="en-US" sz="12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Farmster</a:t>
                      </a:r>
                      <a:endParaRPr lang="en-US" sz="14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Razem z p. Pawłem Bizuńskim analizujemy umowę pod kątem możliwości wykorzystania funkcjonalności Farmstera w GAia. Po zgodzie działu prawnego planujemy z Działem IT pobranie kodu źródłowego Farmstera z naszej chmury Azure i jego audyt.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Czy rozpatrujemy wykupienie AgriSolutions, dostawcy Farmstera?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Strategia nawozowa</a:t>
                      </a:r>
                      <a:endParaRPr lang="en-US" sz="14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GAia została włączona do strategii nawozowej. Obszar będzie omawiany z Wiceprezesem Piotrem Szajczykiem.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Czy dołączamy GAię do innych strategii budowanych aktualnie w Grupie?</a:t>
                      </a:r>
                      <a:endParaRPr lang="en-US" sz="1300" dirty="0"/>
                    </a:p>
                  </a:txBody>
                  <a:tcPr marL="91440" marR="91440" marT="54864" marB="54864" anchor="t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F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Do dyskusji: prosimy o odpowiedź</a:t>
            </a:r>
            <a:endParaRPr lang="en-US" sz="2600" dirty="0"/>
          </a:p>
        </p:txBody>
      </p:sp>
      <p:graphicFrame>
        <p:nvGraphicFramePr>
          <p:cNvPr id="5" name="Pytania do dyskusj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640080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ARiMR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Na co możemy się zgodzić we współpracy z ARiMR przy budowie Portalu Rolnika?</a:t>
                      </a:r>
                      <a:endParaRPr lang="en-US" sz="1300" dirty="0"/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chemeClr val="accent2"/>
                          </a:solidFill>
                        </a:rPr>
                        <a:t>PILNE: SPOTKANIE 13.10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Empik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Czy zostało coś ustalone poza spotkaniami? Na jakim poziomie jest zainteresowanie?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PZU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Czy rozszerzamy rozmowy z PZU o finansowanie i inwestycje?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Farmster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Czy rozpatrujemy wykupienie AgriSolutions, dostawcy Farmstera?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Strategia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Czy dołączamy GAię do innych strategii budowanych w Grupie?</a:t>
                      </a:r>
                      <a:endParaRPr lang="en-US" sz="13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ia Status">
  <a:themeElements>
    <a:clrScheme name="GAia Status">
      <a:dk1>
        <a:srgbClr val="1B2B3A"/>
      </a:dk1>
      <a:lt1>
        <a:srgbClr val="FFFFFF"/>
      </a:lt1>
      <a:dk2>
        <a:srgbClr val="5A6472"/>
      </a:dk2>
      <a:lt2>
        <a:srgbClr val="EEF3F8"/>
      </a:lt2>
      <a:accent1>
        <a:srgbClr val="1F4E79"/>
      </a:accent1>
      <a:accent2>
        <a:srgbClr val="9B1C1C"/>
      </a:accent2>
      <a:accent3>
        <a:srgbClr val="8A9BB0"/>
      </a:accent3>
      <a:accent4>
        <a:srgbClr val="D5DBE2"/>
      </a:accent4>
      <a:accent5>
        <a:srgbClr val="3E7C59"/>
      </a:accent5>
      <a:accent6>
        <a:srgbClr val="C9A227"/>
      </a:accent6>
      <a:hlink>
        <a:srgbClr val="1F4E79"/>
      </a:hlink>
      <a:folHlink>
        <a:srgbClr val="5A6472"/>
      </a:folHlink>
    </a:clrScheme>
    <a:fontScheme name="GAia Statu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projektu GAia</dc:title>
  <dc:subject>PptxGenJS Presentation</dc:subject>
  <dc:creator>PptxGenJS</dc:creator>
  <cp:lastModifiedBy>PptxGenJS</cp:lastModifiedBy>
  <cp:revision>1</cp:revision>
  <dcterms:created xsi:type="dcterms:W3CDTF">2026-10-09T13:25:30Z</dcterms:created>
  <dcterms:modified xsi:type="dcterms:W3CDTF">2026-10-09T13:25:30Z</dcterms:modified>
</cp:coreProperties>
</file>