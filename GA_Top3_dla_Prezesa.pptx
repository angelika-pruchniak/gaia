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op 3" id="{d801027f-ab78-c0c9-4be4-58f3516cf6f3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Jedna minuta. Cel strategii: z 45 do 60 procent rynku saletry i z 42 do 60 procent NPK. Nie trzeba do tego nowych fabryk, tylko połączyć to, co już mamy.
Jeden: GAia. Dziś widzimy tylko zamówienia dystrybutorów, nie rolnika. GAia daje rolnikowi plan nawożenia i zamienia go w zamówienie u dystrybutora. Każdy punkt procentowy saletry to około 39 milionów złotych przychodu rocznie.
Dwa: SAP i magazyn. Nie wiemy, które moduły SAP działają w spółkach, a w sezonie magazyny się zatykają. W 30 dni robimy spis, potem magazyny czterech zakładów w jednym systemie. Szybciej ładujemy, więcej sprzedajemy, nie kupujemy drugi raz tego, co już mamy.
Trzy: produkcja planowana w Excelu, osobno w każdym zakładzie. Jeden plan w SAP dla całej Grupy: produkujemy tam, gdzie taniej, i mamy towar przed sezonem.
Prośba: 90 dni pilotu na saletrze z pięcioma dystrybutorami i dostęp do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hotoBase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Bas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1127455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spc="100" kern="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chemeClr val="tx1"/>
                </a:solidFill>
              </a:rPr>
              <a:t>3 ZMIANY, KTÓRE DAJĄ UDZIAŁ</a:t>
            </a:r>
            <a:endParaRPr lang="en-US" sz="3400" dirty="0"/>
          </a:p>
        </p:txBody>
      </p:sp>
      <p:sp>
        <p:nvSpPr>
          <p:cNvPr id="3" name="Subtitle"/>
          <p:cNvSpPr txBox="1"/>
          <p:nvPr/>
        </p:nvSpPr>
        <p:spPr>
          <a:xfrm>
            <a:off x="2011680" y="987552"/>
            <a:ext cx="816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Bez budowy nowych fabryk. Cel: AN/CAN 45% → 60%, NPK 42% → 60%.</a:t>
            </a:r>
            <a:endParaRPr lang="en-US" sz="1500" dirty="0"/>
          </a:p>
        </p:txBody>
      </p:sp>
      <p:sp>
        <p:nvSpPr>
          <p:cNvPr id="4" name="Card 1"/>
          <p:cNvSpPr/>
          <p:nvPr/>
        </p:nvSpPr>
        <p:spPr>
          <a:xfrm>
            <a:off x="448056" y="1627632"/>
            <a:ext cx="3520440" cy="39319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22225">
            <a:solidFill>
              <a:schemeClr val="accent4"/>
            </a:solidFill>
            <a:prstDash val="solid"/>
          </a:ln>
        </p:spPr>
      </p:sp>
      <p:sp>
        <p:nvSpPr>
          <p:cNvPr id="5" name="Ribbon 1"/>
          <p:cNvSpPr/>
          <p:nvPr/>
        </p:nvSpPr>
        <p:spPr>
          <a:xfrm>
            <a:off x="676656" y="1463040"/>
            <a:ext cx="566928" cy="84124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Notch 1"/>
          <p:cNvSpPr/>
          <p:nvPr/>
        </p:nvSpPr>
        <p:spPr>
          <a:xfrm>
            <a:off x="676656" y="2103120"/>
            <a:ext cx="566928" cy="210312"/>
          </a:xfrm>
          <a:prstGeom prst="triangl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15361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itle 1"/>
          <p:cNvSpPr txBox="1"/>
          <p:nvPr/>
        </p:nvSpPr>
        <p:spPr>
          <a:xfrm>
            <a:off x="1408176" y="175564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GAia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208483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chemeClr val="accent6"/>
                </a:solidFill>
              </a:rPr>
              <a:t>Sprzedaż i rynek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54203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3"/>
                </a:solidFill>
              </a:rPr>
              <a:t>PROBLEM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76656" y="277977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Widzimy zamówienia 68 dystrybutorów, nie rolnika.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343814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ZMIANA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67588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Rolnik dostaje plan nawożenia, z niego koszyk, zamówienie idzie do dystrybutora.</a:t>
            </a:r>
            <a:endParaRPr lang="en-US" sz="1300" dirty="0"/>
          </a:p>
        </p:txBody>
      </p:sp>
      <p:sp>
        <p:nvSpPr>
          <p:cNvPr id="14" name="Efekt 1"/>
          <p:cNvSpPr/>
          <p:nvPr/>
        </p:nvSpPr>
        <p:spPr>
          <a:xfrm>
            <a:off x="566928" y="4370832"/>
            <a:ext cx="3282696" cy="1051560"/>
          </a:xfrm>
          <a:prstGeom prst="roundRect">
            <a:avLst>
              <a:gd name="adj" fmla="val 521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" y="446227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EFEKT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70001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Wiemy, co i gdzie kupi rolnik. 1 p.p. AN/CAN ≈ 39 mln zł/rok.</a:t>
            </a:r>
            <a:endParaRPr lang="en-US" sz="1300" dirty="0"/>
          </a:p>
        </p:txBody>
      </p:sp>
      <p:sp>
        <p:nvSpPr>
          <p:cNvPr id="17" name="Card 2"/>
          <p:cNvSpPr/>
          <p:nvPr/>
        </p:nvSpPr>
        <p:spPr>
          <a:xfrm>
            <a:off x="4334256" y="1627632"/>
            <a:ext cx="3520440" cy="39319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22225">
            <a:solidFill>
              <a:schemeClr val="accent4"/>
            </a:solidFill>
            <a:prstDash val="solid"/>
          </a:ln>
        </p:spPr>
      </p:sp>
      <p:sp>
        <p:nvSpPr>
          <p:cNvPr id="18" name="Ribbon 2"/>
          <p:cNvSpPr/>
          <p:nvPr/>
        </p:nvSpPr>
        <p:spPr>
          <a:xfrm>
            <a:off x="4562856" y="1463040"/>
            <a:ext cx="566928" cy="84124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Notch 2"/>
          <p:cNvSpPr/>
          <p:nvPr/>
        </p:nvSpPr>
        <p:spPr>
          <a:xfrm>
            <a:off x="4562856" y="2103120"/>
            <a:ext cx="566928" cy="210312"/>
          </a:xfrm>
          <a:prstGeom prst="triangl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2856" y="15361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21" name="Title 2"/>
          <p:cNvSpPr txBox="1"/>
          <p:nvPr/>
        </p:nvSpPr>
        <p:spPr>
          <a:xfrm>
            <a:off x="5294376" y="175564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SAP + magazyn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294376" y="208483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chemeClr val="accent6"/>
                </a:solidFill>
              </a:rPr>
              <a:t>Magazyn i wysyłka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62856" y="254203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3"/>
                </a:solidFill>
              </a:rPr>
              <a:t>PROBLEM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62856" y="277977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Nie wiemy, co w SAP działa w spółkach. W sezonie magazyn się zatyka.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62856" y="343814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ZMIANA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62856" y="367588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30 dni: spis SAP i licencji. Magazyny 4 zakładów w jednym systemie (SAP EWM).</a:t>
            </a:r>
            <a:endParaRPr lang="en-US" sz="1300" dirty="0"/>
          </a:p>
        </p:txBody>
      </p:sp>
      <p:sp>
        <p:nvSpPr>
          <p:cNvPr id="27" name="Efekt 2"/>
          <p:cNvSpPr/>
          <p:nvPr/>
        </p:nvSpPr>
        <p:spPr>
          <a:xfrm>
            <a:off x="4453128" y="4370832"/>
            <a:ext cx="3282696" cy="1051560"/>
          </a:xfrm>
          <a:prstGeom prst="roundRect">
            <a:avLst>
              <a:gd name="adj" fmla="val 521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62856" y="446227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EFEKT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62856" y="470001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Szybszy załadunek, więcej sprzedanych ton. Bez kupowania tego, co już mamy.</a:t>
            </a:r>
            <a:endParaRPr lang="en-US" sz="1300" dirty="0"/>
          </a:p>
        </p:txBody>
      </p:sp>
      <p:sp>
        <p:nvSpPr>
          <p:cNvPr id="30" name="Card 3"/>
          <p:cNvSpPr/>
          <p:nvPr/>
        </p:nvSpPr>
        <p:spPr>
          <a:xfrm>
            <a:off x="8220456" y="1627632"/>
            <a:ext cx="3520440" cy="39319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22225">
            <a:solidFill>
              <a:schemeClr val="accent4"/>
            </a:solidFill>
            <a:prstDash val="solid"/>
          </a:ln>
        </p:spPr>
      </p:sp>
      <p:sp>
        <p:nvSpPr>
          <p:cNvPr id="31" name="Ribbon 3"/>
          <p:cNvSpPr/>
          <p:nvPr/>
        </p:nvSpPr>
        <p:spPr>
          <a:xfrm>
            <a:off x="8449056" y="1463040"/>
            <a:ext cx="566928" cy="84124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Notch 3"/>
          <p:cNvSpPr/>
          <p:nvPr/>
        </p:nvSpPr>
        <p:spPr>
          <a:xfrm>
            <a:off x="8449056" y="2103120"/>
            <a:ext cx="566928" cy="210312"/>
          </a:xfrm>
          <a:prstGeom prst="triangl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449056" y="15361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itle 3"/>
          <p:cNvSpPr txBox="1"/>
          <p:nvPr/>
        </p:nvSpPr>
        <p:spPr>
          <a:xfrm>
            <a:off x="9180576" y="175564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Plan produkcji w SAP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9180576" y="208483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chemeClr val="accent6"/>
                </a:solidFill>
              </a:rPr>
              <a:t>Produkcja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254203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3"/>
                </a:solidFill>
              </a:rPr>
              <a:t>PROBLEM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449056" y="277977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Każdy zakład planuje sam, w Excelu. Nie znamy realnych mocy.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449056" y="343814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ZMIANA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449056" y="367588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Jeden plan 13 tygodni w SAP dla całej Grupy, start od AN/CAN.</a:t>
            </a:r>
            <a:endParaRPr lang="en-US" sz="1300" dirty="0"/>
          </a:p>
        </p:txBody>
      </p:sp>
      <p:sp>
        <p:nvSpPr>
          <p:cNvPr id="40" name="Efekt 3"/>
          <p:cNvSpPr/>
          <p:nvPr/>
        </p:nvSpPr>
        <p:spPr>
          <a:xfrm>
            <a:off x="8339328" y="4370832"/>
            <a:ext cx="3282696" cy="1051560"/>
          </a:xfrm>
          <a:prstGeom prst="roundRect">
            <a:avLst>
              <a:gd name="adj" fmla="val 521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49056" y="446227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EFEKT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449056" y="470001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Produkujemy tam, gdzie taniej. Towar gotowy przed sezonem.</a:t>
            </a:r>
            <a:endParaRPr lang="en-US" sz="1300" dirty="0"/>
          </a:p>
        </p:txBody>
      </p:sp>
      <p:sp>
        <p:nvSpPr>
          <p:cNvPr id="43" name="Ask"/>
          <p:cNvSpPr/>
          <p:nvPr/>
        </p:nvSpPr>
        <p:spPr>
          <a:xfrm>
            <a:off x="448056" y="5833872"/>
            <a:ext cx="11292840" cy="603504"/>
          </a:xfrm>
          <a:prstGeom prst="roundRect">
            <a:avLst>
              <a:gd name="adj" fmla="val 12121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22376" y="5833872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Prośba: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zgoda na 90-dniowy pilot na saletrze AN/CAN (5 dystrybutorów, jeden plan w SAP) i dostęp do IT na spis systemów.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upa Azoty Top3">
  <a:themeElements>
    <a:clrScheme name="Grupa Azoty Top3">
      <a:dk1>
        <a:srgbClr val="1E1E1E"/>
      </a:dk1>
      <a:lt1>
        <a:srgbClr val="FFFFFF"/>
      </a:lt1>
      <a:dk2>
        <a:srgbClr val="183349"/>
      </a:dk2>
      <a:lt2>
        <a:srgbClr val="F3F4F5"/>
      </a:lt2>
      <a:accent1>
        <a:srgbClr val="1F7A5A"/>
      </a:accent1>
      <a:accent2>
        <a:srgbClr val="1F5F99"/>
      </a:accent2>
      <a:accent3>
        <a:srgbClr val="B23A3A"/>
      </a:accent3>
      <a:accent4>
        <a:srgbClr val="2B2B2B"/>
      </a:accent4>
      <a:accent5>
        <a:srgbClr val="E6F2EC"/>
      </a:accent5>
      <a:accent6>
        <a:srgbClr val="5B6B76"/>
      </a:accent6>
      <a:hlink>
        <a:srgbClr val="1F5F99"/>
      </a:hlink>
      <a:folHlink>
        <a:srgbClr val="5B6B76"/>
      </a:folHlink>
    </a:clrScheme>
    <a:fontScheme name="Grupa Azoty Top3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 3 dla Prezesa</dc:title>
  <dc:subject>PptxGenJS Presentation</dc:subject>
  <dc:creator>PptxGenJS</dc:creator>
  <cp:lastModifiedBy>PptxGenJS</cp:lastModifiedBy>
  <cp:revision>1</cp:revision>
  <dcterms:created xsi:type="dcterms:W3CDTF">2026-10-06T14:59:38Z</dcterms:created>
  <dcterms:modified xsi:type="dcterms:W3CDTF">2026-10-06T14:59:38Z</dcterms:modified>
</cp:coreProperties>
</file>