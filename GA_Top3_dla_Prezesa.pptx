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 3" id="{f3e7a0f3-32c6-ab03-b16f-77dade17fba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Jedna minuta. Cel strategii: z 45 do 60 procent rynku saletry i z 42 do 60 procent NPK. Nie trzeba do tego nowych fabryk, tylko połączyć to, co już mamy.
Jeden: GAia. Dziś widzimy tylko zamówienia dystrybutorów, nie rolnika. GAia daje rolnikowi plan nawożenia i zamienia go w zamówienie u dystrybutora. Każdy punkt procentowy saletry to około 39 milionów złotych przychodu rocznie.
Dwa: SAP i magazyn. Nie wiemy, które moduły SAP działają w spółkach, a w sezonie magazyny się zatykają. W 30 dni robimy spis, potem magazyny czterech zakładów w jednym systemie. Szybciej ładujemy, więcej sprzedajemy, nie kupujemy drugi raz tego, co już mamy.
Trzy: produkcja planowana w Excelu, osobno w każdym zakładzie. Jeden plan w SAP dla całej Grupy: produkujemy tam, gdzie taniej, i mamy towar przed sezonem.
Prośba: 90 dni pilotu na saletrze z pięcioma dystrybutorami i dostęp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GRUPA AZOTY · CEL: AN/CAN 45% → 60%, NPK 42% → 60%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 zmiany, które dają udział bez budowy nowych fabryk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481328"/>
            <a:ext cx="3575304" cy="4160520"/>
          </a:xfrm>
          <a:prstGeom prst="roundRect">
            <a:avLst>
              <a:gd name="adj" fmla="val 204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6">
                <a:alpha val="8000"/>
              </a:srgbClr>
            </a:outerShdw>
          </a:effectLst>
        </p:spPr>
      </p:sp>
      <p:sp>
        <p:nvSpPr>
          <p:cNvPr id="5" name="Num 1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itle 1"/>
          <p:cNvSpPr txBox="1"/>
          <p:nvPr/>
        </p:nvSpPr>
        <p:spPr>
          <a:xfrm>
            <a:off x="1325880" y="1691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GAia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1576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Widzimy zamówienia 68 dystrybutorów, nie rolnika.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4728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ZMIANA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2160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Rolnik dostaje plan nawożenia, z niego koszyk, zamówienie idzie do dystrybutora.</a:t>
            </a:r>
            <a:endParaRPr lang="en-US" sz="1400" dirty="0"/>
          </a:p>
        </p:txBody>
      </p:sp>
      <p:sp>
        <p:nvSpPr>
          <p:cNvPr id="12" name="Efekt 1"/>
          <p:cNvSpPr/>
          <p:nvPr/>
        </p:nvSpPr>
        <p:spPr>
          <a:xfrm>
            <a:off x="594360" y="4498848"/>
            <a:ext cx="3300984" cy="1024128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EFEKT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846320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Wiemy, co i gdzie kupi rolnik. 1 p.p. AN/CAN ≈ 39 mln zł/rok.</a:t>
            </a:r>
            <a:endParaRPr lang="en-US" sz="1400" dirty="0"/>
          </a:p>
        </p:txBody>
      </p:sp>
      <p:sp>
        <p:nvSpPr>
          <p:cNvPr id="15" name="Card 2"/>
          <p:cNvSpPr/>
          <p:nvPr/>
        </p:nvSpPr>
        <p:spPr>
          <a:xfrm>
            <a:off x="4306824" y="1481328"/>
            <a:ext cx="3575304" cy="4160520"/>
          </a:xfrm>
          <a:prstGeom prst="roundRect">
            <a:avLst>
              <a:gd name="adj" fmla="val 204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6">
                <a:alpha val="8000"/>
              </a:srgbClr>
            </a:outerShdw>
          </a:effectLst>
        </p:spPr>
      </p:sp>
      <p:sp>
        <p:nvSpPr>
          <p:cNvPr id="16" name="Num 2"/>
          <p:cNvSpPr/>
          <p:nvPr/>
        </p:nvSpPr>
        <p:spPr>
          <a:xfrm>
            <a:off x="4581144" y="17373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11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itle 2"/>
          <p:cNvSpPr txBox="1"/>
          <p:nvPr/>
        </p:nvSpPr>
        <p:spPr>
          <a:xfrm>
            <a:off x="5175504" y="1691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SAP + magazyn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244144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PROBLEM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271576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Nie wiemy, co w SAP działa w spółkach. W sezonie magazyn się zatyka.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81144" y="344728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ZMIANA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372160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 dni: spis SAP i licencji. Magazyny 4 zakładów w jednym systemie (SAP EWM).</a:t>
            </a:r>
            <a:endParaRPr lang="en-US" sz="1400" dirty="0"/>
          </a:p>
        </p:txBody>
      </p:sp>
      <p:sp>
        <p:nvSpPr>
          <p:cNvPr id="23" name="Efekt 2"/>
          <p:cNvSpPr/>
          <p:nvPr/>
        </p:nvSpPr>
        <p:spPr>
          <a:xfrm>
            <a:off x="4443984" y="4498848"/>
            <a:ext cx="3300984" cy="1024128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81144" y="45720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EFEKT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4846320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Szybszy załadunek, więcej sprzedanych ton. Bez kupowania tego, co już mamy.</a:t>
            </a:r>
            <a:endParaRPr lang="en-US" sz="1400" dirty="0"/>
          </a:p>
        </p:txBody>
      </p:sp>
      <p:sp>
        <p:nvSpPr>
          <p:cNvPr id="26" name="Card 3"/>
          <p:cNvSpPr/>
          <p:nvPr/>
        </p:nvSpPr>
        <p:spPr>
          <a:xfrm>
            <a:off x="8156448" y="1481328"/>
            <a:ext cx="3575304" cy="4160520"/>
          </a:xfrm>
          <a:prstGeom prst="roundRect">
            <a:avLst>
              <a:gd name="adj" fmla="val 204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6">
                <a:alpha val="8000"/>
              </a:srgbClr>
            </a:outerShdw>
          </a:effectLst>
        </p:spPr>
      </p:sp>
      <p:sp>
        <p:nvSpPr>
          <p:cNvPr id="27" name="Num 3"/>
          <p:cNvSpPr/>
          <p:nvPr/>
        </p:nvSpPr>
        <p:spPr>
          <a:xfrm>
            <a:off x="8430768" y="17373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3076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itle 3"/>
          <p:cNvSpPr txBox="1"/>
          <p:nvPr/>
        </p:nvSpPr>
        <p:spPr>
          <a:xfrm>
            <a:off x="9025128" y="1691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Plan produkcji w SAP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430768" y="244144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PROBLEM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30768" y="271576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Każdy zakład planuje sam, w Excelu. Nie znamy realnych mocy.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30768" y="344728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ZMIANA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430768" y="3721608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Jeden plan 13 tygodni w SAP dla całej Grupy, start od AN/CAN.</a:t>
            </a:r>
            <a:endParaRPr lang="en-US" sz="1400" dirty="0"/>
          </a:p>
        </p:txBody>
      </p:sp>
      <p:sp>
        <p:nvSpPr>
          <p:cNvPr id="34" name="Efekt 3"/>
          <p:cNvSpPr/>
          <p:nvPr/>
        </p:nvSpPr>
        <p:spPr>
          <a:xfrm>
            <a:off x="8293608" y="4498848"/>
            <a:ext cx="3300984" cy="1024128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30768" y="45720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EFEKT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30768" y="4846320"/>
            <a:ext cx="3026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Produkujemy tam, gdzie taniej. Towar gotowy przed sezonem.</a:t>
            </a:r>
            <a:endParaRPr lang="en-US" sz="1400" dirty="0"/>
          </a:p>
        </p:txBody>
      </p:sp>
      <p:sp>
        <p:nvSpPr>
          <p:cNvPr id="37" name="Ask"/>
          <p:cNvSpPr/>
          <p:nvPr/>
        </p:nvSpPr>
        <p:spPr>
          <a:xfrm>
            <a:off x="457200" y="5852160"/>
            <a:ext cx="11274552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85216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Prośba: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zgoda na 90-dniowy pilot na saletrze AN/CAN (5 dystrybutorów, jeden plan w SAP) i dostęp do IT na spis systemów.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pa Azoty Top3">
  <a:themeElements>
    <a:clrScheme name="Grupa Azoty Top3">
      <a:dk1>
        <a:srgbClr val="1B2A36"/>
      </a:dk1>
      <a:lt1>
        <a:srgbClr val="FFFFFF"/>
      </a:lt1>
      <a:dk2>
        <a:srgbClr val="183349"/>
      </a:dk2>
      <a:lt2>
        <a:srgbClr val="F3F5F2"/>
      </a:lt2>
      <a:accent1>
        <a:srgbClr val="1F7A5A"/>
      </a:accent1>
      <a:accent2>
        <a:srgbClr val="1F5F99"/>
      </a:accent2>
      <a:accent3>
        <a:srgbClr val="B23A3A"/>
      </a:accent3>
      <a:accent4>
        <a:srgbClr val="D7DDD8"/>
      </a:accent4>
      <a:accent5>
        <a:srgbClr val="E6F2EC"/>
      </a:accent5>
      <a:accent6>
        <a:srgbClr val="5B6B76"/>
      </a:accent6>
      <a:hlink>
        <a:srgbClr val="1F5F99"/>
      </a:hlink>
      <a:folHlink>
        <a:srgbClr val="5B6B76"/>
      </a:folHlink>
    </a:clrScheme>
    <a:fontScheme name="Grupa Azoty Top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dla Prezesa</dc:title>
  <dc:subject>PptxGenJS Presentation</dc:subject>
  <dc:creator>PptxGenJS</dc:creator>
  <cp:lastModifiedBy>PptxGenJS</cp:lastModifiedBy>
  <cp:revision>1</cp:revision>
  <dcterms:created xsi:type="dcterms:W3CDTF">2026-10-06T14:55:52Z</dcterms:created>
  <dcterms:modified xsi:type="dcterms:W3CDTF">2026-10-06T14:55:52Z</dcterms:modified>
</cp:coreProperties>
</file>