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Porozumienie jest podpisane, teraz chcemy pokazać, jak ma to działać w praktyce.
Nie prosimy o bazę danych ARiMR. Prawo na to nie pozwala i nie jest nam to potrzebne.
Schemat jest prosty. Jeden: rolnik w GAia zaznacza zgodę na pobranie swoich danych z ARiMR i potwierdza tożsamość, na przykład profilem zaufanym. Dwa: ARiMR sprawdza zgodę i wysyła tylko dane tego rolnika: działki z mapą i uprawy z wniosku o płatności. Trzy: rolnik ma gotowy profil gospodarstwa w GAia bez przepisywania czegokolwiek. Cztery: agronom przygotowuje plan nawożenia dla każdej działki.
Od ARiMR potrzebujemy trzech rzeczy: usługi, która po zgodzie rolnika oddaje jego dane, mechanizmu zgody z możliwością jej cofnięcia oraz wspólnego zespołu technicznego i pilotażu w jednym województwie.
Co to daje: rolnik dostaje agronoma i plan nawożenia. Sypie nawóz tylko tam, gdzie gleba go potrzebuje, więc oszczędza. Mniej azotu trafia do wód, łatwiej spełnić program azotanowy i ekoschematy, w tym ekoschemat dotyczący planu nawożenia.
To przeskok od nawożenia na oko do nawożenia według danych. Prosimy o zespół techniczny i start pilotażu.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KLIKNIĘCIE ROLNIKA ZAMIAST CAŁEJ BAZY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Rolnik sam zaznacza zgodę w GAia. ARiMR przekazuje dane tylko tego rolnika, nic więcej.</a:t>
            </a:r>
            <a:endParaRPr lang="en-US" sz="1200" dirty="0"/>
          </a:p>
        </p:txBody>
      </p:sp>
      <p:sp>
        <p:nvSpPr>
          <p:cNvPr id="4" name="krok1"/>
          <p:cNvSpPr/>
          <p:nvPr/>
        </p:nvSpPr>
        <p:spPr>
          <a:xfrm>
            <a:off x="457200" y="1051560"/>
            <a:ext cx="181737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161288"/>
            <a:ext cx="329184" cy="32918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161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161288"/>
            <a:ext cx="1213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ROLNIK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563624"/>
            <a:ext cx="15979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Zaznacza zgodę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837944"/>
            <a:ext cx="15979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☑ „pobierz moje dane”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logowanie: profil zaufany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74570" y="1463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1800" dirty="0"/>
          </a:p>
        </p:txBody>
      </p:sp>
      <p:sp>
        <p:nvSpPr>
          <p:cNvPr id="11" name="krok2"/>
          <p:cNvSpPr/>
          <p:nvPr/>
        </p:nvSpPr>
        <p:spPr>
          <a:xfrm>
            <a:off x="2594610" y="1051560"/>
            <a:ext cx="1817370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25400">
            <a:solidFill>
              <a:srgbClr val="2E5F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04338" y="1161288"/>
            <a:ext cx="329184" cy="329184"/>
          </a:xfrm>
          <a:prstGeom prst="ellipse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04338" y="1161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124962" y="1161288"/>
            <a:ext cx="1213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ARiMR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704338" y="1563624"/>
            <a:ext cx="15979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Sprawdza i wysyła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704338" y="1837944"/>
            <a:ext cx="15979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zgoda i tożsamość OK,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wysyła działki i uprawy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411980" y="1463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1800" dirty="0"/>
          </a:p>
        </p:txBody>
      </p:sp>
      <p:sp>
        <p:nvSpPr>
          <p:cNvPr id="18" name="krok3"/>
          <p:cNvSpPr/>
          <p:nvPr/>
        </p:nvSpPr>
        <p:spPr>
          <a:xfrm>
            <a:off x="4732020" y="1051560"/>
            <a:ext cx="181737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1748" y="1161288"/>
            <a:ext cx="329184" cy="32918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1748" y="1161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62372" y="1161288"/>
            <a:ext cx="1213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841748" y="1563624"/>
            <a:ext cx="15979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gotowy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841748" y="1837944"/>
            <a:ext cx="15979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pól, uprawy, hektary,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przepisywania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549390" y="1463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1800" dirty="0"/>
          </a:p>
        </p:txBody>
      </p:sp>
      <p:sp>
        <p:nvSpPr>
          <p:cNvPr id="25" name="krok4"/>
          <p:cNvSpPr/>
          <p:nvPr/>
        </p:nvSpPr>
        <p:spPr>
          <a:xfrm>
            <a:off x="6869430" y="1051560"/>
            <a:ext cx="181737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79158" y="1161288"/>
            <a:ext cx="329184" cy="32918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79158" y="1161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99782" y="1161288"/>
            <a:ext cx="1213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979158" y="1563624"/>
            <a:ext cx="15979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nawożenia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979158" y="1837944"/>
            <a:ext cx="15979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dla każdej działki: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ile, gdzie i kiedy</a:t>
            </a:r>
            <a:endParaRPr lang="en-US" sz="900" dirty="0"/>
          </a:p>
        </p:txBody>
      </p:sp>
      <p:sp>
        <p:nvSpPr>
          <p:cNvPr id="31" name="chcemy"/>
          <p:cNvSpPr/>
          <p:nvPr/>
        </p:nvSpPr>
        <p:spPr>
          <a:xfrm>
            <a:off x="457200" y="2487168"/>
            <a:ext cx="40233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594360" y="2596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KONKRETNIE CHCEMY OD ARiMR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2871216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Usługa (API):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zgodzie rolnika zwraca jego działki (mapa, powierzchnia) i uprawy z wniosku o płatności.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Zgoda i jej cofnięcie: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rolnik potwierdza tożsamość (profil zaufany) i może cofnąć zgodę w każdej chwili.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i pilotaż: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wspólny zespół techniczny, test w 1 województwie.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3858768"/>
            <a:ext cx="3840480" cy="365760"/>
          </a:xfrm>
          <a:prstGeom prst="roundRect">
            <a:avLst>
              <a:gd name="adj" fmla="val 12500"/>
            </a:avLst>
          </a:prstGeom>
          <a:solidFill>
            <a:srgbClr val="F8ECEA"/>
          </a:solidFill>
          <a:ln w="12700">
            <a:solidFill>
              <a:srgbClr val="F8EC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38587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CHCEMY: </a:t>
            </a:r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całej bazy ani danych rolników, którzy nie dali zgody.</a:t>
            </a:r>
            <a:endParaRPr lang="en-US" sz="950" dirty="0"/>
          </a:p>
        </p:txBody>
      </p:sp>
      <p:sp>
        <p:nvSpPr>
          <p:cNvPr id="36" name="efekt"/>
          <p:cNvSpPr/>
          <p:nvPr/>
        </p:nvSpPr>
        <p:spPr>
          <a:xfrm>
            <a:off x="4663440" y="2487168"/>
            <a:ext cx="40233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00600" y="2596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TO DAJE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2852928"/>
            <a:ext cx="3840480" cy="1371600"/>
          </a:xfrm>
          <a:prstGeom prst="roundRect">
            <a:avLst>
              <a:gd name="adj" fmla="val 3333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2926080"/>
            <a:ext cx="3657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Rolnik: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dostęp do agronoma i plan nawożenia bez wpisywania drugi raz tego, co już zgłosił do ARiMR.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Portfel: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nawóz tylko tam, gdzie gleba go potrzebuje. Mniej kosztów, ten sam lub wyższy plon.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Środowisko: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mniej azotu w wodach i glebie. Łatwiej spełnić program azotanowy i ekoschematy.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462272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1F3A57">
              <a:alpha val="92000"/>
            </a:srgbClr>
          </a:solidFill>
          <a:ln w="12700">
            <a:solidFill>
              <a:srgbClr val="1F3A5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446227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Przeskok: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nawożenia „na oko” do nawożenia według danych i porady agronoma.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Prośba: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wspólny zespół techniczny i pilotaż integracji.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GAia x ARiMR - integracja za zgodą rolnika</dc:title>
  <dc:subject>PptxGenJS Presentation</dc:subject>
  <dc:creator>PptxGenJS</dc:creator>
  <cp:lastModifiedBy>PptxGenJS</cp:lastModifiedBy>
  <cp:revision>1</cp:revision>
  <dcterms:created xsi:type="dcterms:W3CDTF">2026-10-09T07:24:07Z</dcterms:created>
  <dcterms:modified xsi:type="dcterms:W3CDTF">2026-10-09T07:24:07Z</dcterms:modified>
</cp:coreProperties>
</file>